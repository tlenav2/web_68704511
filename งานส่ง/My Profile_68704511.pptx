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7" autoAdjust="0"/>
  </p:normalViewPr>
  <p:slideViewPr>
    <p:cSldViewPr snapToGrid="0">
      <p:cViewPr varScale="1">
        <p:scale>
          <a:sx n="118" d="100"/>
          <a:sy n="118" d="100"/>
        </p:scale>
        <p:origin x="31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Printer</c:v>
                </c:pt>
                <c:pt idx="1">
                  <c:v>Notebook</c:v>
                </c:pt>
                <c:pt idx="2">
                  <c:v>PC</c:v>
                </c:pt>
                <c:pt idx="3">
                  <c:v>Tablet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73-4AFD-9DEC-367452D703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Printer</c:v>
                </c:pt>
                <c:pt idx="1">
                  <c:v>Notebook</c:v>
                </c:pt>
                <c:pt idx="2">
                  <c:v>PC</c:v>
                </c:pt>
                <c:pt idx="3">
                  <c:v>Tablet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73-4AFD-9DEC-367452D703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Printer</c:v>
                </c:pt>
                <c:pt idx="1">
                  <c:v>Notebook</c:v>
                </c:pt>
                <c:pt idx="2">
                  <c:v>PC</c:v>
                </c:pt>
                <c:pt idx="3">
                  <c:v>Tablet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73-4AFD-9DEC-367452D70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598265840"/>
        <c:axId val="598266320"/>
        <c:axId val="823374336"/>
      </c:bar3DChart>
      <c:catAx>
        <c:axId val="59826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266320"/>
        <c:crosses val="autoZero"/>
        <c:auto val="1"/>
        <c:lblAlgn val="ctr"/>
        <c:lblOffset val="100"/>
        <c:noMultiLvlLbl val="0"/>
      </c:catAx>
      <c:valAx>
        <c:axId val="59826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265840"/>
        <c:crosses val="autoZero"/>
        <c:crossBetween val="between"/>
      </c:valAx>
      <c:serAx>
        <c:axId val="823374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266320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94ADB3-9023-41FA-B328-8CCB9288B5E5}" type="doc">
      <dgm:prSet loTypeId="urn:microsoft.com/office/officeart/2005/8/layout/hierarchy1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E93A41B-6845-4CFC-9F94-08446B65B4ED}">
      <dgm:prSet custT="1"/>
      <dgm:spPr/>
      <dgm:t>
        <a:bodyPr/>
        <a:lstStyle/>
        <a:p>
          <a:r>
            <a:rPr lang="th-TH" sz="1200" b="1" dirty="0">
              <a:latin typeface="TKSangkhayaTester" panose="02000009000000000000" pitchFamily="49" charset="0"/>
              <a:cs typeface="TKSangkhayaTester" panose="02000009000000000000" pitchFamily="49" charset="0"/>
            </a:rPr>
            <a:t>ธนบดี </a:t>
          </a:r>
          <a:r>
            <a:rPr lang="en-US" sz="1200" b="1" dirty="0">
              <a:latin typeface="TKSangkhayaTester" panose="02000009000000000000" pitchFamily="49" charset="0"/>
              <a:cs typeface="TKSangkhayaTester" panose="02000009000000000000" pitchFamily="49" charset="0"/>
            </a:rPr>
            <a:t> </a:t>
          </a:r>
          <a:r>
            <a:rPr lang="th-TH" sz="1200" b="1" dirty="0">
              <a:latin typeface="TKSangkhayaTester" panose="02000009000000000000" pitchFamily="49" charset="0"/>
              <a:cs typeface="TKSangkhayaTester" panose="02000009000000000000" pitchFamily="49" charset="0"/>
            </a:rPr>
            <a:t>สีละออง</a:t>
          </a:r>
          <a:endParaRPr lang="en-US" sz="1200" b="1" dirty="0">
            <a:latin typeface="TKSangkhayaTester" panose="02000009000000000000" pitchFamily="49" charset="0"/>
            <a:cs typeface="TKSangkhayaTester" panose="02000009000000000000" pitchFamily="49" charset="0"/>
          </a:endParaRPr>
        </a:p>
      </dgm:t>
    </dgm:pt>
    <dgm:pt modelId="{1308D57F-9271-43AA-B335-58AAF6024D86}" type="parTrans" cxnId="{D643EC6E-19C8-4418-870F-FD4B9A8ECDE8}">
      <dgm:prSet/>
      <dgm:spPr/>
      <dgm:t>
        <a:bodyPr/>
        <a:lstStyle/>
        <a:p>
          <a:endParaRPr lang="en-US"/>
        </a:p>
      </dgm:t>
    </dgm:pt>
    <dgm:pt modelId="{A03BD857-F34B-4728-9498-39C51EDE8E41}" type="sibTrans" cxnId="{D643EC6E-19C8-4418-870F-FD4B9A8ECDE8}">
      <dgm:prSet/>
      <dgm:spPr/>
      <dgm:t>
        <a:bodyPr/>
        <a:lstStyle/>
        <a:p>
          <a:endParaRPr lang="en-US"/>
        </a:p>
      </dgm:t>
    </dgm:pt>
    <dgm:pt modelId="{A438D94F-59A0-4FB3-B8D8-EB6A82E24685}">
      <dgm:prSet/>
      <dgm:spPr/>
      <dgm:t>
        <a:bodyPr/>
        <a:lstStyle/>
        <a:p>
          <a:r>
            <a:rPr lang="th-TH" dirty="0">
              <a:latin typeface="TKSangkhayaTester" panose="02000009000000000000" pitchFamily="49" charset="0"/>
              <a:cs typeface="TKSangkhayaTester" panose="02000009000000000000" pitchFamily="49" charset="0"/>
            </a:rPr>
            <a:t>เติ้ล</a:t>
          </a:r>
          <a:endParaRPr lang="en-US" dirty="0">
            <a:latin typeface="TKSangkhayaTester" panose="02000009000000000000" pitchFamily="49" charset="0"/>
            <a:cs typeface="TKSangkhayaTester" panose="02000009000000000000" pitchFamily="49" charset="0"/>
          </a:endParaRPr>
        </a:p>
      </dgm:t>
    </dgm:pt>
    <dgm:pt modelId="{C534DB00-7F9F-4DDC-B7A1-FEF08F0F8331}" type="parTrans" cxnId="{23F73DDF-CD58-475D-A765-77DF5653034D}">
      <dgm:prSet/>
      <dgm:spPr/>
      <dgm:t>
        <a:bodyPr/>
        <a:lstStyle/>
        <a:p>
          <a:endParaRPr lang="en-US"/>
        </a:p>
      </dgm:t>
    </dgm:pt>
    <dgm:pt modelId="{E98C7423-355D-43ED-8528-B563AC4647DD}" type="sibTrans" cxnId="{23F73DDF-CD58-475D-A765-77DF5653034D}">
      <dgm:prSet/>
      <dgm:spPr/>
      <dgm:t>
        <a:bodyPr/>
        <a:lstStyle/>
        <a:p>
          <a:endParaRPr lang="en-US"/>
        </a:p>
      </dgm:t>
    </dgm:pt>
    <dgm:pt modelId="{0F8BB2C7-69C3-47B1-9BD0-16F8BDBC1A0E}">
      <dgm:prSet/>
      <dgm:spPr/>
      <dgm:t>
        <a:bodyPr/>
        <a:lstStyle/>
        <a:p>
          <a:r>
            <a:rPr lang="th-TH">
              <a:latin typeface="TKSangkhayaTester" panose="02000009000000000000" pitchFamily="49" charset="0"/>
              <a:cs typeface="TKSangkhayaTester" panose="02000009000000000000" pitchFamily="49" charset="0"/>
            </a:rPr>
            <a:t>คณะเทคโนโลยีสารสนเทศ</a:t>
          </a:r>
          <a:endParaRPr lang="en-US">
            <a:latin typeface="TKSangkhayaTester" panose="02000009000000000000" pitchFamily="49" charset="0"/>
            <a:cs typeface="TKSangkhayaTester" panose="02000009000000000000" pitchFamily="49" charset="0"/>
          </a:endParaRPr>
        </a:p>
      </dgm:t>
    </dgm:pt>
    <dgm:pt modelId="{411E9ED9-51BD-4635-9039-4606639DCF4F}" type="parTrans" cxnId="{BB43B696-5B4A-43F8-9A56-690586AEC3F5}">
      <dgm:prSet/>
      <dgm:spPr/>
      <dgm:t>
        <a:bodyPr/>
        <a:lstStyle/>
        <a:p>
          <a:endParaRPr lang="en-US"/>
        </a:p>
      </dgm:t>
    </dgm:pt>
    <dgm:pt modelId="{0DFAC608-0CAD-458D-8693-886E15936E7B}" type="sibTrans" cxnId="{BB43B696-5B4A-43F8-9A56-690586AEC3F5}">
      <dgm:prSet/>
      <dgm:spPr/>
      <dgm:t>
        <a:bodyPr/>
        <a:lstStyle/>
        <a:p>
          <a:endParaRPr lang="en-US"/>
        </a:p>
      </dgm:t>
    </dgm:pt>
    <dgm:pt modelId="{41CB5516-6D43-451E-8A5F-5878F4902E7C}" type="pres">
      <dgm:prSet presAssocID="{FB94ADB3-9023-41FA-B328-8CCB9288B5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82024A-B067-4C8D-AE45-B2D51D9ECB5A}" type="pres">
      <dgm:prSet presAssocID="{7E93A41B-6845-4CFC-9F94-08446B65B4ED}" presName="hierRoot1" presStyleCnt="0"/>
      <dgm:spPr/>
    </dgm:pt>
    <dgm:pt modelId="{0E058E09-1BB3-42A8-8938-204366730FA3}" type="pres">
      <dgm:prSet presAssocID="{7E93A41B-6845-4CFC-9F94-08446B65B4ED}" presName="composite" presStyleCnt="0"/>
      <dgm:spPr/>
    </dgm:pt>
    <dgm:pt modelId="{CFBA9F55-3D49-478C-BA3E-A47E9E7D5983}" type="pres">
      <dgm:prSet presAssocID="{7E93A41B-6845-4CFC-9F94-08446B65B4ED}" presName="background" presStyleLbl="node0" presStyleIdx="0" presStyleCnt="3"/>
      <dgm:spPr/>
    </dgm:pt>
    <dgm:pt modelId="{4757B510-1728-4D63-82BF-6E589B6A01A7}" type="pres">
      <dgm:prSet presAssocID="{7E93A41B-6845-4CFC-9F94-08446B65B4ED}" presName="text" presStyleLbl="fgAcc0" presStyleIdx="0" presStyleCnt="3">
        <dgm:presLayoutVars>
          <dgm:chPref val="3"/>
        </dgm:presLayoutVars>
      </dgm:prSet>
      <dgm:spPr/>
    </dgm:pt>
    <dgm:pt modelId="{8948289C-9D2E-41A2-BEF8-1AEE70401DA4}" type="pres">
      <dgm:prSet presAssocID="{7E93A41B-6845-4CFC-9F94-08446B65B4ED}" presName="hierChild2" presStyleCnt="0"/>
      <dgm:spPr/>
    </dgm:pt>
    <dgm:pt modelId="{590B90A1-269E-48A2-8C6B-007F40ADF07B}" type="pres">
      <dgm:prSet presAssocID="{A438D94F-59A0-4FB3-B8D8-EB6A82E24685}" presName="hierRoot1" presStyleCnt="0"/>
      <dgm:spPr/>
    </dgm:pt>
    <dgm:pt modelId="{BD02D09C-7D26-40B0-A167-3545B4FF14C3}" type="pres">
      <dgm:prSet presAssocID="{A438D94F-59A0-4FB3-B8D8-EB6A82E24685}" presName="composite" presStyleCnt="0"/>
      <dgm:spPr/>
    </dgm:pt>
    <dgm:pt modelId="{B29D80FB-74AF-44DE-B249-EFC25F54645A}" type="pres">
      <dgm:prSet presAssocID="{A438D94F-59A0-4FB3-B8D8-EB6A82E24685}" presName="background" presStyleLbl="node0" presStyleIdx="1" presStyleCnt="3"/>
      <dgm:spPr/>
    </dgm:pt>
    <dgm:pt modelId="{94BE479E-FE3A-4D56-BFBB-F646C47A6A66}" type="pres">
      <dgm:prSet presAssocID="{A438D94F-59A0-4FB3-B8D8-EB6A82E24685}" presName="text" presStyleLbl="fgAcc0" presStyleIdx="1" presStyleCnt="3">
        <dgm:presLayoutVars>
          <dgm:chPref val="3"/>
        </dgm:presLayoutVars>
      </dgm:prSet>
      <dgm:spPr/>
    </dgm:pt>
    <dgm:pt modelId="{CC9D07EB-06FC-496F-8553-5D40D4479E16}" type="pres">
      <dgm:prSet presAssocID="{A438D94F-59A0-4FB3-B8D8-EB6A82E24685}" presName="hierChild2" presStyleCnt="0"/>
      <dgm:spPr/>
    </dgm:pt>
    <dgm:pt modelId="{33D18F5D-E2DD-4850-B6DD-346492A5FA4C}" type="pres">
      <dgm:prSet presAssocID="{0F8BB2C7-69C3-47B1-9BD0-16F8BDBC1A0E}" presName="hierRoot1" presStyleCnt="0"/>
      <dgm:spPr/>
    </dgm:pt>
    <dgm:pt modelId="{E7042678-345F-43C8-9B62-E515A1119D2F}" type="pres">
      <dgm:prSet presAssocID="{0F8BB2C7-69C3-47B1-9BD0-16F8BDBC1A0E}" presName="composite" presStyleCnt="0"/>
      <dgm:spPr/>
    </dgm:pt>
    <dgm:pt modelId="{12B488CC-42AC-450C-B44F-D29E28705CC9}" type="pres">
      <dgm:prSet presAssocID="{0F8BB2C7-69C3-47B1-9BD0-16F8BDBC1A0E}" presName="background" presStyleLbl="node0" presStyleIdx="2" presStyleCnt="3"/>
      <dgm:spPr/>
    </dgm:pt>
    <dgm:pt modelId="{7B6A832E-CF48-486A-8E65-E178E7D8255A}" type="pres">
      <dgm:prSet presAssocID="{0F8BB2C7-69C3-47B1-9BD0-16F8BDBC1A0E}" presName="text" presStyleLbl="fgAcc0" presStyleIdx="2" presStyleCnt="3">
        <dgm:presLayoutVars>
          <dgm:chPref val="3"/>
        </dgm:presLayoutVars>
      </dgm:prSet>
      <dgm:spPr/>
    </dgm:pt>
    <dgm:pt modelId="{1630AA60-6143-49A8-8E7E-C9DC7411229D}" type="pres">
      <dgm:prSet presAssocID="{0F8BB2C7-69C3-47B1-9BD0-16F8BDBC1A0E}" presName="hierChild2" presStyleCnt="0"/>
      <dgm:spPr/>
    </dgm:pt>
  </dgm:ptLst>
  <dgm:cxnLst>
    <dgm:cxn modelId="{D643EC6E-19C8-4418-870F-FD4B9A8ECDE8}" srcId="{FB94ADB3-9023-41FA-B328-8CCB9288B5E5}" destId="{7E93A41B-6845-4CFC-9F94-08446B65B4ED}" srcOrd="0" destOrd="0" parTransId="{1308D57F-9271-43AA-B335-58AAF6024D86}" sibTransId="{A03BD857-F34B-4728-9498-39C51EDE8E41}"/>
    <dgm:cxn modelId="{E085BC4F-8930-42EE-AB6B-981CF9EC0CDE}" type="presOf" srcId="{FB94ADB3-9023-41FA-B328-8CCB9288B5E5}" destId="{41CB5516-6D43-451E-8A5F-5878F4902E7C}" srcOrd="0" destOrd="0" presId="urn:microsoft.com/office/officeart/2005/8/layout/hierarchy1"/>
    <dgm:cxn modelId="{D176B859-B485-4CA4-A35F-CDE82BA4264E}" type="presOf" srcId="{0F8BB2C7-69C3-47B1-9BD0-16F8BDBC1A0E}" destId="{7B6A832E-CF48-486A-8E65-E178E7D8255A}" srcOrd="0" destOrd="0" presId="urn:microsoft.com/office/officeart/2005/8/layout/hierarchy1"/>
    <dgm:cxn modelId="{BB43B696-5B4A-43F8-9A56-690586AEC3F5}" srcId="{FB94ADB3-9023-41FA-B328-8CCB9288B5E5}" destId="{0F8BB2C7-69C3-47B1-9BD0-16F8BDBC1A0E}" srcOrd="2" destOrd="0" parTransId="{411E9ED9-51BD-4635-9039-4606639DCF4F}" sibTransId="{0DFAC608-0CAD-458D-8693-886E15936E7B}"/>
    <dgm:cxn modelId="{E626F29C-A073-4E44-ABBB-E5558FE206AB}" type="presOf" srcId="{A438D94F-59A0-4FB3-B8D8-EB6A82E24685}" destId="{94BE479E-FE3A-4D56-BFBB-F646C47A6A66}" srcOrd="0" destOrd="0" presId="urn:microsoft.com/office/officeart/2005/8/layout/hierarchy1"/>
    <dgm:cxn modelId="{9AA33FB3-0DF0-4E4F-9380-7BB216EFE8B2}" type="presOf" srcId="{7E93A41B-6845-4CFC-9F94-08446B65B4ED}" destId="{4757B510-1728-4D63-82BF-6E589B6A01A7}" srcOrd="0" destOrd="0" presId="urn:microsoft.com/office/officeart/2005/8/layout/hierarchy1"/>
    <dgm:cxn modelId="{23F73DDF-CD58-475D-A765-77DF5653034D}" srcId="{FB94ADB3-9023-41FA-B328-8CCB9288B5E5}" destId="{A438D94F-59A0-4FB3-B8D8-EB6A82E24685}" srcOrd="1" destOrd="0" parTransId="{C534DB00-7F9F-4DDC-B7A1-FEF08F0F8331}" sibTransId="{E98C7423-355D-43ED-8528-B563AC4647DD}"/>
    <dgm:cxn modelId="{A00BDAE4-11AF-42F9-8CE1-3036BD661B81}" type="presParOf" srcId="{41CB5516-6D43-451E-8A5F-5878F4902E7C}" destId="{2F82024A-B067-4C8D-AE45-B2D51D9ECB5A}" srcOrd="0" destOrd="0" presId="urn:microsoft.com/office/officeart/2005/8/layout/hierarchy1"/>
    <dgm:cxn modelId="{70CE9FD2-7491-48D6-8A40-CE9B2F4CBC72}" type="presParOf" srcId="{2F82024A-B067-4C8D-AE45-B2D51D9ECB5A}" destId="{0E058E09-1BB3-42A8-8938-204366730FA3}" srcOrd="0" destOrd="0" presId="urn:microsoft.com/office/officeart/2005/8/layout/hierarchy1"/>
    <dgm:cxn modelId="{CCAC6442-0ABF-4277-B661-96D3095D9712}" type="presParOf" srcId="{0E058E09-1BB3-42A8-8938-204366730FA3}" destId="{CFBA9F55-3D49-478C-BA3E-A47E9E7D5983}" srcOrd="0" destOrd="0" presId="urn:microsoft.com/office/officeart/2005/8/layout/hierarchy1"/>
    <dgm:cxn modelId="{13A0739F-0D1E-4821-B83A-B25A95870B58}" type="presParOf" srcId="{0E058E09-1BB3-42A8-8938-204366730FA3}" destId="{4757B510-1728-4D63-82BF-6E589B6A01A7}" srcOrd="1" destOrd="0" presId="urn:microsoft.com/office/officeart/2005/8/layout/hierarchy1"/>
    <dgm:cxn modelId="{FEFA784C-86AE-46AD-BC3E-93717EC6E0FD}" type="presParOf" srcId="{2F82024A-B067-4C8D-AE45-B2D51D9ECB5A}" destId="{8948289C-9D2E-41A2-BEF8-1AEE70401DA4}" srcOrd="1" destOrd="0" presId="urn:microsoft.com/office/officeart/2005/8/layout/hierarchy1"/>
    <dgm:cxn modelId="{D9FB47F9-9E41-4596-82DE-4B6FA3630E70}" type="presParOf" srcId="{41CB5516-6D43-451E-8A5F-5878F4902E7C}" destId="{590B90A1-269E-48A2-8C6B-007F40ADF07B}" srcOrd="1" destOrd="0" presId="urn:microsoft.com/office/officeart/2005/8/layout/hierarchy1"/>
    <dgm:cxn modelId="{3A1626F8-AB8B-4AF5-8984-CC8822FC7FB7}" type="presParOf" srcId="{590B90A1-269E-48A2-8C6B-007F40ADF07B}" destId="{BD02D09C-7D26-40B0-A167-3545B4FF14C3}" srcOrd="0" destOrd="0" presId="urn:microsoft.com/office/officeart/2005/8/layout/hierarchy1"/>
    <dgm:cxn modelId="{14224926-4B51-45A5-8088-522CEDD00CAD}" type="presParOf" srcId="{BD02D09C-7D26-40B0-A167-3545B4FF14C3}" destId="{B29D80FB-74AF-44DE-B249-EFC25F54645A}" srcOrd="0" destOrd="0" presId="urn:microsoft.com/office/officeart/2005/8/layout/hierarchy1"/>
    <dgm:cxn modelId="{5E3F7852-CC9B-4740-A854-13F4E42B3236}" type="presParOf" srcId="{BD02D09C-7D26-40B0-A167-3545B4FF14C3}" destId="{94BE479E-FE3A-4D56-BFBB-F646C47A6A66}" srcOrd="1" destOrd="0" presId="urn:microsoft.com/office/officeart/2005/8/layout/hierarchy1"/>
    <dgm:cxn modelId="{40381E5C-4493-4D73-9A84-56592CE1C463}" type="presParOf" srcId="{590B90A1-269E-48A2-8C6B-007F40ADF07B}" destId="{CC9D07EB-06FC-496F-8553-5D40D4479E16}" srcOrd="1" destOrd="0" presId="urn:microsoft.com/office/officeart/2005/8/layout/hierarchy1"/>
    <dgm:cxn modelId="{FBB043FA-C72B-4068-A61E-A1DEB1028265}" type="presParOf" srcId="{41CB5516-6D43-451E-8A5F-5878F4902E7C}" destId="{33D18F5D-E2DD-4850-B6DD-346492A5FA4C}" srcOrd="2" destOrd="0" presId="urn:microsoft.com/office/officeart/2005/8/layout/hierarchy1"/>
    <dgm:cxn modelId="{244375E2-71EF-4661-B1EE-8AE30069F456}" type="presParOf" srcId="{33D18F5D-E2DD-4850-B6DD-346492A5FA4C}" destId="{E7042678-345F-43C8-9B62-E515A1119D2F}" srcOrd="0" destOrd="0" presId="urn:microsoft.com/office/officeart/2005/8/layout/hierarchy1"/>
    <dgm:cxn modelId="{3C32E9FF-35F7-409B-A9B8-C4AEA2D6DD6D}" type="presParOf" srcId="{E7042678-345F-43C8-9B62-E515A1119D2F}" destId="{12B488CC-42AC-450C-B44F-D29E28705CC9}" srcOrd="0" destOrd="0" presId="urn:microsoft.com/office/officeart/2005/8/layout/hierarchy1"/>
    <dgm:cxn modelId="{4AFCBC61-FD6B-42E5-ACD9-B6B9FD4C3CBE}" type="presParOf" srcId="{E7042678-345F-43C8-9B62-E515A1119D2F}" destId="{7B6A832E-CF48-486A-8E65-E178E7D8255A}" srcOrd="1" destOrd="0" presId="urn:microsoft.com/office/officeart/2005/8/layout/hierarchy1"/>
    <dgm:cxn modelId="{E6D8C3A2-F8EE-46DE-BBA0-FB5415F9D02C}" type="presParOf" srcId="{33D18F5D-E2DD-4850-B6DD-346492A5FA4C}" destId="{1630AA60-6143-49A8-8E7E-C9DC7411229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A9F55-3D49-478C-BA3E-A47E9E7D5983}">
      <dsp:nvSpPr>
        <dsp:cNvPr id="0" name=""/>
        <dsp:cNvSpPr/>
      </dsp:nvSpPr>
      <dsp:spPr>
        <a:xfrm>
          <a:off x="0" y="1027556"/>
          <a:ext cx="1741053" cy="11055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57B510-1728-4D63-82BF-6E589B6A01A7}">
      <dsp:nvSpPr>
        <dsp:cNvPr id="0" name=""/>
        <dsp:cNvSpPr/>
      </dsp:nvSpPr>
      <dsp:spPr>
        <a:xfrm>
          <a:off x="193450" y="1211333"/>
          <a:ext cx="1741053" cy="110556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200" b="1" kern="1200" dirty="0">
              <a:latin typeface="TKSangkhayaTester" panose="02000009000000000000" pitchFamily="49" charset="0"/>
              <a:cs typeface="TKSangkhayaTester" panose="02000009000000000000" pitchFamily="49" charset="0"/>
            </a:rPr>
            <a:t>ธนบดี </a:t>
          </a:r>
          <a:r>
            <a:rPr lang="en-US" sz="1200" b="1" kern="1200" dirty="0">
              <a:latin typeface="TKSangkhayaTester" panose="02000009000000000000" pitchFamily="49" charset="0"/>
              <a:cs typeface="TKSangkhayaTester" panose="02000009000000000000" pitchFamily="49" charset="0"/>
            </a:rPr>
            <a:t> </a:t>
          </a:r>
          <a:r>
            <a:rPr lang="th-TH" sz="1200" b="1" kern="1200" dirty="0">
              <a:latin typeface="TKSangkhayaTester" panose="02000009000000000000" pitchFamily="49" charset="0"/>
              <a:cs typeface="TKSangkhayaTester" panose="02000009000000000000" pitchFamily="49" charset="0"/>
            </a:rPr>
            <a:t>สีละออง</a:t>
          </a:r>
          <a:endParaRPr lang="en-US" sz="1200" b="1" kern="1200" dirty="0">
            <a:latin typeface="TKSangkhayaTester" panose="02000009000000000000" pitchFamily="49" charset="0"/>
            <a:cs typeface="TKSangkhayaTester" panose="02000009000000000000" pitchFamily="49" charset="0"/>
          </a:endParaRPr>
        </a:p>
      </dsp:txBody>
      <dsp:txXfrm>
        <a:off x="225831" y="1243714"/>
        <a:ext cx="1676291" cy="1040806"/>
      </dsp:txXfrm>
    </dsp:sp>
    <dsp:sp modelId="{B29D80FB-74AF-44DE-B249-EFC25F54645A}">
      <dsp:nvSpPr>
        <dsp:cNvPr id="0" name=""/>
        <dsp:cNvSpPr/>
      </dsp:nvSpPr>
      <dsp:spPr>
        <a:xfrm>
          <a:off x="2127954" y="1027556"/>
          <a:ext cx="1741053" cy="11055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BE479E-FE3A-4D56-BFBB-F646C47A6A66}">
      <dsp:nvSpPr>
        <dsp:cNvPr id="0" name=""/>
        <dsp:cNvSpPr/>
      </dsp:nvSpPr>
      <dsp:spPr>
        <a:xfrm>
          <a:off x="2321404" y="1211333"/>
          <a:ext cx="1741053" cy="110556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400" kern="1200" dirty="0">
              <a:latin typeface="TKSangkhayaTester" panose="02000009000000000000" pitchFamily="49" charset="0"/>
              <a:cs typeface="TKSangkhayaTester" panose="02000009000000000000" pitchFamily="49" charset="0"/>
            </a:rPr>
            <a:t>เติ้ล</a:t>
          </a:r>
          <a:endParaRPr lang="en-US" sz="1400" kern="1200" dirty="0">
            <a:latin typeface="TKSangkhayaTester" panose="02000009000000000000" pitchFamily="49" charset="0"/>
            <a:cs typeface="TKSangkhayaTester" panose="02000009000000000000" pitchFamily="49" charset="0"/>
          </a:endParaRPr>
        </a:p>
      </dsp:txBody>
      <dsp:txXfrm>
        <a:off x="2353785" y="1243714"/>
        <a:ext cx="1676291" cy="1040806"/>
      </dsp:txXfrm>
    </dsp:sp>
    <dsp:sp modelId="{12B488CC-42AC-450C-B44F-D29E28705CC9}">
      <dsp:nvSpPr>
        <dsp:cNvPr id="0" name=""/>
        <dsp:cNvSpPr/>
      </dsp:nvSpPr>
      <dsp:spPr>
        <a:xfrm>
          <a:off x="4255908" y="1027556"/>
          <a:ext cx="1741053" cy="11055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6A832E-CF48-486A-8E65-E178E7D8255A}">
      <dsp:nvSpPr>
        <dsp:cNvPr id="0" name=""/>
        <dsp:cNvSpPr/>
      </dsp:nvSpPr>
      <dsp:spPr>
        <a:xfrm>
          <a:off x="4449358" y="1211333"/>
          <a:ext cx="1741053" cy="110556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1400" kern="1200">
              <a:latin typeface="TKSangkhayaTester" panose="02000009000000000000" pitchFamily="49" charset="0"/>
              <a:cs typeface="TKSangkhayaTester" panose="02000009000000000000" pitchFamily="49" charset="0"/>
            </a:rPr>
            <a:t>คณะเทคโนโลยีสารสนเทศ</a:t>
          </a:r>
          <a:endParaRPr lang="en-US" sz="1400" kern="1200">
            <a:latin typeface="TKSangkhayaTester" panose="02000009000000000000" pitchFamily="49" charset="0"/>
            <a:cs typeface="TKSangkhayaTester" panose="02000009000000000000" pitchFamily="49" charset="0"/>
          </a:endParaRPr>
        </a:p>
      </dsp:txBody>
      <dsp:txXfrm>
        <a:off x="4481739" y="1243714"/>
        <a:ext cx="1676291" cy="10408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42CA3-B0D4-439F-9AF1-F3EFC617625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1C374-B292-485E-B1B9-F1B9AC349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8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6D68-D32A-DFD0-184C-CF97960DA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D1219-037C-1321-E595-28C9F38DD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A4BBA-BFEE-E3C8-7DED-85194C1B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600CF-AF11-4E9F-B23A-0F08C43704B8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9A7A1-BFAC-A53B-6053-D6068890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363F-7EF7-C840-0707-EA0ACDF9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4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3F2A-F525-6D2C-10D4-37EFA8A8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A13B-969F-48BA-3FD7-A3FF53FDE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FC06-13ED-49B1-F1E2-A1CDD255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EB5B9-579C-42EB-908D-5B7182988768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C208-F55A-95DF-B1BB-8643E9C6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26F53-298B-256B-79C3-368BB8E5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1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3D19-7CD5-6F7B-5ECF-22B3BA73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83F2B-63C3-F2E7-BE34-C1F3B7D6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8E017-2787-DA7E-AEC8-814B1A1F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A97EF-BDD0-4140-A493-59512682E537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63022-4DDC-2E0C-824F-98B75480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E25DB-F62C-F4CA-C63B-27C7EF44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31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8F0F-EB7A-01F0-644E-5A14E484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DA61-9F41-0877-D516-1C88578C9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2692-23AA-32BB-CAFE-A0F851F3A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0FBDD-4F7A-54AF-DC15-A0278B36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0B73-B4B3-4AD7-B0DE-2F829D34A358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B8297-E879-EE88-A120-7DC2D4A0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DABA4-1517-B224-AF85-E2E0B42B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8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BC11-7005-C330-4F45-93A60E5ED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4B512-85CD-C3F7-CFF4-0C1B39A0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6BF2B-F57D-5747-1B31-EFFCD217D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EA5EF-49E7-D6DE-4B76-AED499778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08697-D44A-20B2-F663-0F57A6759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497E1-72E9-1721-E84A-CE1E9464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16C8-676F-42B3-A7B0-4507E29F5D8D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FDFDD5-79E4-FEB6-D12C-253B1DD2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784AC-1873-1B46-8F01-E64CA568B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7141-BC21-0192-CA6B-D576ACF4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D010D-BE1E-0443-48EC-D7C8F6D9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DB31D-60C8-4974-BF3C-D81EF05E43B2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2CFE0-A650-6EC9-8663-82F3BAD97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7CA2F-26DB-C77C-76A6-A2A120CC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6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AD9FB-4427-BDDA-843E-AB5F4E9A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335F-BC6D-4292-B1A1-CA83AEA7D1D7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61C8A-338B-2BC9-3EEF-4659CE872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C892A-62A0-D3B0-B332-77FDAB4C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8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E283-10CB-B977-7C5D-5AA177CF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A95E0-BBA0-8C0F-D498-57493F4AF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C2001-F3F4-F18F-C9A9-E0D9D9DC0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9202E-4EA3-0562-171A-872184690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730F-47F2-4629-9153-6EE65DDD9F43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A484B-9FDF-2B9B-3A43-AA1D272D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13A7B-3CCC-AEB7-6FC4-5149F4AC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4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A3D6-1250-E5F5-B004-6F2CA8BA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A403F-9D1F-B1EA-5C4D-5000E8ADE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9A3E7-2CA0-390E-2CC0-98EB115C6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2BD58-9605-1C19-02BB-A4A6126A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21FC-72CB-4EEC-9E03-AFBA8A5C4975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00AD8-F7DE-203C-0ECE-E4D62B65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4C77-7589-575B-986C-4C214D72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0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85AF-FC87-36AD-131C-021F85F8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01B12-FF9A-A627-06DE-FCD0C8BB5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6C18-5681-DC9C-A9C0-1FA63CF6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A0981-2139-4A29-BE02-4ABFCF9C00FD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EAAEF-3103-1F87-B786-F4F72AA8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417C8-A0F4-0F74-7BAC-F46E9A16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2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C86B-FE4D-F949-E91F-88C017D4D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59153-6DE6-544A-69E2-CB82E412E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5605A-1D45-05D1-C3AB-56EBCDC4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AFBA-B7BC-47C4-B829-BDD1CCEAFA4A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D844E-9FAA-4F5A-FEAD-AAB4076C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103B9-36D5-F081-8ACD-5209B81F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2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E8C39-15E8-387F-78B5-89928613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518C7-332F-ECD9-48A3-CC34A9006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0060B-C1DB-7F02-5851-8EB6E3409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89B05-6267-4417-BAC1-C3C2134080B1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95CAF-7303-FE2E-7692-8E435DAA9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68704511 TleNa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77FF-870C-899E-28F4-A46CF20DA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A6D62-5611-4682-B363-66E1A13D0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6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openclipart.org/detail/157891/male-profile-silhouette-by-studio_hades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.door43.org/u/faustin-azaza/rw_obs_text_obs/a0c4ea8a8e/49.htm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894F3-6BC0-AE20-C088-6DD299D70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1028" y="2892186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 dirty="0">
                <a:solidFill>
                  <a:schemeClr val="tx2"/>
                </a:solidFill>
                <a:latin typeface="TKSangkhayaTester" panose="02000009000000000000" pitchFamily="49" charset="0"/>
                <a:cs typeface="TKSangkhayaTester" panose="02000009000000000000" pitchFamily="49" charset="0"/>
              </a:rPr>
              <a:t>My Profile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76BBE-E7EA-A06C-141D-091060B55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587" y="3291434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b="1" dirty="0">
                <a:solidFill>
                  <a:schemeClr val="tx2"/>
                </a:solidFill>
                <a:latin typeface="TKSangkhayaTester" panose="02000009000000000000" pitchFamily="49" charset="0"/>
                <a:cs typeface="TKSangkhayaTester" panose="02000009000000000000" pitchFamily="49" charset="0"/>
              </a:rPr>
              <a:t>Thanabodee Srilaong</a:t>
            </a:r>
          </a:p>
        </p:txBody>
      </p:sp>
      <p:grpSp>
        <p:nvGrpSpPr>
          <p:cNvPr id="84" name="Graphic 70" descr="User">
            <a:extLst>
              <a:ext uri="{FF2B5EF4-FFF2-40B4-BE49-F238E27FC236}">
                <a16:creationId xmlns:a16="http://schemas.microsoft.com/office/drawing/2014/main" id="{B3CA3C64-1F5E-55B1-30A4-21D1BF1C9389}"/>
              </a:ext>
            </a:extLst>
          </p:cNvPr>
          <p:cNvGrpSpPr/>
          <p:nvPr/>
        </p:nvGrpSpPr>
        <p:grpSpPr>
          <a:xfrm>
            <a:off x="884976" y="2243976"/>
            <a:ext cx="2761173" cy="2933746"/>
            <a:chOff x="1030763" y="2419326"/>
            <a:chExt cx="2761173" cy="2933746"/>
          </a:xfrm>
          <a:solidFill>
            <a:schemeClr val="accent1"/>
          </a:solidFill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8AFD2C1-B6D7-6616-283A-E3B1ABEBD0D4}"/>
                </a:ext>
              </a:extLst>
            </p:cNvPr>
            <p:cNvSpPr/>
            <p:nvPr/>
          </p:nvSpPr>
          <p:spPr>
            <a:xfrm>
              <a:off x="1721056" y="2419326"/>
              <a:ext cx="1380586" cy="1380586"/>
            </a:xfrm>
            <a:prstGeom prst="ellipse">
              <a:avLst/>
            </a:prstGeom>
            <a:solidFill>
              <a:schemeClr val="accent1"/>
            </a:solidFill>
            <a:ln w="43061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2E8702C-4080-DCB5-9806-7FF25D69FA4D}"/>
                </a:ext>
              </a:extLst>
            </p:cNvPr>
            <p:cNvSpPr/>
            <p:nvPr/>
          </p:nvSpPr>
          <p:spPr>
            <a:xfrm>
              <a:off x="1030763" y="3972486"/>
              <a:ext cx="2761173" cy="1380586"/>
            </a:xfrm>
            <a:custGeom>
              <a:avLst/>
              <a:gdLst>
                <a:gd name="csX0" fmla="*/ 2761173 w 2761173"/>
                <a:gd name="csY0" fmla="*/ 1380587 h 1380586"/>
                <a:gd name="csX1" fmla="*/ 2761173 w 2761173"/>
                <a:gd name="csY1" fmla="*/ 690293 h 1380586"/>
                <a:gd name="csX2" fmla="*/ 2623115 w 2761173"/>
                <a:gd name="csY2" fmla="*/ 414176 h 1380586"/>
                <a:gd name="csX3" fmla="*/ 1950079 w 2761173"/>
                <a:gd name="csY3" fmla="*/ 86287 h 1380586"/>
                <a:gd name="csX4" fmla="*/ 1380587 w 2761173"/>
                <a:gd name="csY4" fmla="*/ 0 h 1380586"/>
                <a:gd name="csX5" fmla="*/ 811095 w 2761173"/>
                <a:gd name="csY5" fmla="*/ 86287 h 1380586"/>
                <a:gd name="csX6" fmla="*/ 138059 w 2761173"/>
                <a:gd name="csY6" fmla="*/ 414176 h 1380586"/>
                <a:gd name="csX7" fmla="*/ 0 w 2761173"/>
                <a:gd name="csY7" fmla="*/ 690293 h 1380586"/>
                <a:gd name="csX8" fmla="*/ 0 w 2761173"/>
                <a:gd name="csY8" fmla="*/ 1380587 h 1380586"/>
                <a:gd name="csX9" fmla="*/ 2761173 w 2761173"/>
                <a:gd name="csY9" fmla="*/ 1380587 h 1380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61173" h="1380586">
                  <a:moveTo>
                    <a:pt x="2761173" y="1380587"/>
                  </a:moveTo>
                  <a:lnTo>
                    <a:pt x="2761173" y="690293"/>
                  </a:lnTo>
                  <a:cubicBezTo>
                    <a:pt x="2761173" y="586749"/>
                    <a:pt x="2709402" y="483205"/>
                    <a:pt x="2623115" y="414176"/>
                  </a:cubicBezTo>
                  <a:cubicBezTo>
                    <a:pt x="2433284" y="258860"/>
                    <a:pt x="2191682" y="155316"/>
                    <a:pt x="1950079" y="86287"/>
                  </a:cubicBezTo>
                  <a:cubicBezTo>
                    <a:pt x="1777505" y="34515"/>
                    <a:pt x="1587675" y="0"/>
                    <a:pt x="1380587" y="0"/>
                  </a:cubicBezTo>
                  <a:cubicBezTo>
                    <a:pt x="1190756" y="0"/>
                    <a:pt x="1000925" y="34515"/>
                    <a:pt x="811095" y="86287"/>
                  </a:cubicBezTo>
                  <a:cubicBezTo>
                    <a:pt x="569492" y="155316"/>
                    <a:pt x="327889" y="276117"/>
                    <a:pt x="138059" y="414176"/>
                  </a:cubicBezTo>
                  <a:cubicBezTo>
                    <a:pt x="51772" y="483205"/>
                    <a:pt x="0" y="586749"/>
                    <a:pt x="0" y="690293"/>
                  </a:cubicBezTo>
                  <a:lnTo>
                    <a:pt x="0" y="1380587"/>
                  </a:lnTo>
                  <a:lnTo>
                    <a:pt x="2761173" y="1380587"/>
                  </a:lnTo>
                  <a:close/>
                </a:path>
              </a:pathLst>
            </a:custGeom>
            <a:solidFill>
              <a:schemeClr val="accent1"/>
            </a:solidFill>
            <a:ln w="43061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3753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3939F-C737-4925-006A-E019B6F8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th-TH" sz="5200">
                <a:latin typeface="TKSangkhayaTester" panose="02000009000000000000" pitchFamily="49" charset="0"/>
                <a:cs typeface="TKSangkhayaTester" panose="02000009000000000000" pitchFamily="49" charset="0"/>
              </a:rPr>
              <a:t>ข้อมูลส่วนตัว</a:t>
            </a:r>
            <a:endParaRPr lang="en-US" sz="5200">
              <a:latin typeface="TKSangkhayaTester" panose="02000009000000000000" pitchFamily="49" charset="0"/>
              <a:cs typeface="TKSangkhayaTester" panose="02000009000000000000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8F876-77B0-B55E-79A5-24BDCB4B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2190" y="623907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68704511 TleNa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E9D05E-FBD5-937C-E0D5-8870354A8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72653" y="1361560"/>
            <a:ext cx="3548404" cy="4787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04780-F38C-93A8-D198-54711173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F79DAC3-8FB3-4DC4-B88C-B04D8F8B6759}" type="datetime1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2/21/2026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B7814-9C62-B5FC-32EC-3C4C1E39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BDA6D62-5611-4682-B363-66E1A13D088C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346C916-D205-4E81-9132-E14494CCE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964666"/>
              </p:ext>
            </p:extLst>
          </p:nvPr>
        </p:nvGraphicFramePr>
        <p:xfrm>
          <a:off x="803776" y="2829330"/>
          <a:ext cx="6190412" cy="334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0478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F4662-3FE5-41AF-D504-5F0B884C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68704511 TleNa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775AA-9603-257F-C2A4-8E7E3125B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53" b="315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6C212-FD07-F005-EC2D-83E724A4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1600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A2588183-59C6-4A87-8F65-43FD03998E78}" type="datetime1">
              <a:rPr lang="en-US" sz="11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2/21/2026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44BA-0CC1-5C97-E5A4-E25B65F3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BDA6D62-5611-4682-B363-66E1A13D088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5F395-AC9F-377A-C4C0-C72476716BDA}"/>
              </a:ext>
            </a:extLst>
          </p:cNvPr>
          <p:cNvSpPr txBox="1"/>
          <p:nvPr/>
        </p:nvSpPr>
        <p:spPr>
          <a:xfrm>
            <a:off x="9302724" y="620074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rgbClr val="FFFFFF"/>
                </a:solidFill>
                <a:hlinkClick r:id="rId3" tooltip="https://live.door43.org/u/faustin-azaza/rw_obs_text_obs/a0c4ea8a8e/49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US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25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03BF3-A7B1-704A-1052-F0DF6655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endParaRPr lang="en-US">
              <a:latin typeface="TKSangkhayaTester" panose="02000009000000000000" pitchFamily="49" charset="0"/>
              <a:cs typeface="TKSangkhayaTester" panose="02000009000000000000" pitchFamily="49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2FCCD-78DE-DD39-21F3-6109827D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356350"/>
            <a:ext cx="257750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4013500-D0B4-4E36-AC66-D38A5029C29E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2/21/2026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A64B9-D796-9686-B91D-DA3D173E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68704511 TleNa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3A6BA-AEDE-BD30-B0AE-95EC30EA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3254" y="6356350"/>
            <a:ext cx="247749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BDA6D62-5611-4682-B363-66E1A13D088C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80385D4C-A5C7-1429-5FD9-A7445C0A6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21267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526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TKSangkhayaTester</vt:lpstr>
      <vt:lpstr>Office Theme</vt:lpstr>
      <vt:lpstr>My Profile</vt:lpstr>
      <vt:lpstr>ข้อมูลส่วนตัว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STD</dc:creator>
  <cp:lastModifiedBy>STD</cp:lastModifiedBy>
  <cp:revision>2</cp:revision>
  <dcterms:created xsi:type="dcterms:W3CDTF">2026-02-21T06:29:08Z</dcterms:created>
  <dcterms:modified xsi:type="dcterms:W3CDTF">2026-02-21T07:21:02Z</dcterms:modified>
</cp:coreProperties>
</file>